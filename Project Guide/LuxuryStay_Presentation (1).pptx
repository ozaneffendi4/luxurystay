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LuxuryStay – Hotel Management System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Aptech Semester 5 Project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Team: Ozan, Ameer Hamza, Rozam, Huzaifa, Uzair, Mustafa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Introduction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LuxuryStay is a full-stack hotel management system.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using the MERN stack.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manage hotel rooms, bookings, staff, and customers.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an interactive dashboard for administrators.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modern hotel management platform.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role-based authentication.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online room booking.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analytics dashboard for hotel management.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React.js, Vite, Tailwind CSS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Node.js, Express.js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Database: MongoDB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Security: JWT Authentication and bcrypt hashing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Roles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– Full system control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 – Manage bookings and reservations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– Handle check-in and check-out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Guest – Register and book hotel rooms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Room Management System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Booking System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Reservation Approval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Payment Simulation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Dashboard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LuxuryStay demonstrates a complete MERN stack application.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efficient hotel management through automation.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expanded into a production-level system.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